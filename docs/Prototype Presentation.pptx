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900" y="6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9C041-8347-B07A-CADF-59D89608F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4233A-1009-2C43-18DB-40AE9A657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7334E-6441-40B1-E056-355A2D72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5FE06-2104-928F-AE1B-475DEAFD1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D1DA4-693E-CF81-9B17-B69817062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6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04B3-3046-E2C0-E62A-E8614D89F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35C77-98B3-5599-F48B-532BE0AD8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C9C35-ACCE-4A22-970B-A19E69FA2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728FD-9B7C-4431-297B-189AEC2A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D0774-295B-E422-611A-18ADB02ED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E6C6-C1BB-CCDE-D7CD-A22FC3AC4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E2063-8B5D-0556-8F10-B57EFC111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F34C5-61E8-CB05-A07E-FA66B3F84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C0AFF-34A4-FDCA-F45E-05415E84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A66E1-3827-8D73-80C8-3F128A3E1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80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94499-6D47-BC25-E8FB-571AB32F4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19971-75B7-73BC-1992-CC05AC014D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56938-F4FE-2763-8AA0-0AEDD91A8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CAD41-1596-D28F-89FA-06E9D233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14D61-71FC-7AFF-385A-3E6CC898C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79462-F613-DDD0-E142-213A6A5A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5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9EE5-9930-C7B1-C23F-CCB99C21D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EB898-6DA7-2A27-BA61-41CDF49E6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34F0E8-0235-4A2B-B422-0B1952B4C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AE5FB-ACA1-A943-5A80-53EA331D18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01CA14-2F8B-59C9-BDB4-6512DFA2A3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F77160-410A-715F-51A3-7520D5B8B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F60BD-E98A-2C7F-649B-6D70D4CF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2CBFC0-3556-7367-A05B-92AF7FCE0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9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CB1B-EB0A-40FC-E2F1-83DA5F61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FEAB6-FA11-E0EC-3A25-63C63A01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E92E9-047E-9E6F-2487-D5BFD136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EFE72-46FA-ADF9-5CF3-5C3C9F352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826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07055-ACF5-0210-0577-13DE152A8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08C4C-CA5C-C2D8-E3C1-41AA9D630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1347E-1808-D7ED-2C88-1C31D5EC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633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2CB0-F2DF-8E7B-FE41-B4072DFB9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012EA-246E-D54B-496B-A40943809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F94ED-8180-85DD-3554-B5669DCF9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5E7F31-7912-23A3-DDB3-F3CAF1A7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CA0FD7-D657-D13B-DB44-D81147D1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8DE367-9745-9942-5E07-4D1428186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61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C4AE8-C912-F07B-4D89-225922B4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A4F1DB-4A8F-AEF7-BBA6-36225BAC8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4F4B6-9C26-3B31-9698-22C607C0B2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6587D-C9B1-8F46-707E-902BB2788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E4EFB-3D76-5C87-FABC-6ACEFA44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8BC2D-2130-3A93-70C5-BCB4D1D6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4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C6A5B-9013-5B11-9BD6-9ECB8727C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D27E04-4D4E-AE24-B5AD-569227BAB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6659C-E8B6-EA0D-675D-344AA3639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5618-5FC0-8083-A9F4-3D4ABBDA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BB7B8-E894-191A-B4E3-CB65D08A8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05CBA-0819-EF5C-2DB0-14FA87445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85A47-DC01-5A06-235A-F016AC37C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1AC4-AF4A-9734-0599-06DB4B74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2A9DB-A285-7D01-D2C4-5BB63E95A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E12C3-0195-9014-E95F-E68FA87E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9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AB8A23-8035-7FFD-3E5C-83CCFF82C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7A2A71-EB02-8C5E-B37D-B991515D1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FA7AC-393B-E5E4-7E9A-1AEBE7529D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784310-2AC2-41DE-97FB-3B8011AA3A7F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60BD8-FE29-8D2B-3216-820846252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96470-6FC6-C2B8-9BBD-2155D899C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0E013D-B0A6-43CF-99BB-755425DD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631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210CB-37B3-794F-B238-0BF1D25B8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Super Smart Bros!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08B9E8-FF2C-E0FE-C25A-E831EE8A24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This is an app designed to give competitive players a resource to seek coaching to improve at the game.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74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B220-E11E-5D25-F896-F3B0DDBBE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363CB3-E2FC-FD5B-6FEC-6A9F78B8B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6338" y="0"/>
            <a:ext cx="14075200" cy="6858000"/>
          </a:xfrm>
        </p:spPr>
      </p:pic>
    </p:spTree>
    <p:extLst>
      <p:ext uri="{BB962C8B-B14F-4D97-AF65-F5344CB8AC3E}">
        <p14:creationId xmlns:p14="http://schemas.microsoft.com/office/powerpoint/2010/main" val="367846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9EB22-131A-7C3A-A8B0-CF1C9B4B8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Coaching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16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25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Super Smart Bros!</vt:lpstr>
      <vt:lpstr>PowerPoint Presentation</vt:lpstr>
      <vt:lpstr>Coaching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Chatman</dc:creator>
  <cp:lastModifiedBy>Michael Chatman</cp:lastModifiedBy>
  <cp:revision>1</cp:revision>
  <dcterms:created xsi:type="dcterms:W3CDTF">2026-02-19T02:43:26Z</dcterms:created>
  <dcterms:modified xsi:type="dcterms:W3CDTF">2026-02-19T03:12:54Z</dcterms:modified>
</cp:coreProperties>
</file>